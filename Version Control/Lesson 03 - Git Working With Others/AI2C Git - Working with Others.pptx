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20"/>
  </p:notesMasterIdLst>
  <p:sldIdLst>
    <p:sldId id="256" r:id="rId6"/>
    <p:sldId id="257" r:id="rId7"/>
    <p:sldId id="265" r:id="rId8"/>
    <p:sldId id="259" r:id="rId9"/>
    <p:sldId id="260" r:id="rId10"/>
    <p:sldId id="261" r:id="rId11"/>
    <p:sldId id="262" r:id="rId12"/>
    <p:sldId id="263" r:id="rId13"/>
    <p:sldId id="258" r:id="rId14"/>
    <p:sldId id="264" r:id="rId15"/>
    <p:sldId id="267" r:id="rId16"/>
    <p:sldId id="266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8532FD-7AD8-ECEB-1BB9-2B5CEB0D3FDD}" v="223" dt="2025-12-22T16:27:21.083"/>
    <p1510:client id="{FFEED2B6-54C5-4E72-9ACA-FD1F60CA9349}" v="20" dt="2025-12-22T14:37:28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9421" autoAdjust="0"/>
  </p:normalViewPr>
  <p:slideViewPr>
    <p:cSldViewPr snapToGrid="0">
      <p:cViewPr varScale="1">
        <p:scale>
          <a:sx n="79" d="100"/>
          <a:sy n="79" d="100"/>
        </p:scale>
        <p:origin x="18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pull up </a:t>
            </a:r>
            <a:r>
              <a:rPr lang="en-US" dirty="0" err="1"/>
              <a:t>Github</a:t>
            </a:r>
            <a:r>
              <a:rPr lang="en-US" dirty="0"/>
              <a:t>.  Show them (in this order):</a:t>
            </a:r>
          </a:p>
          <a:p>
            <a:r>
              <a:rPr lang="en-US" dirty="0"/>
              <a:t>How to navigate to Repositories</a:t>
            </a:r>
          </a:p>
          <a:p>
            <a:r>
              <a:rPr lang="en-US" dirty="0"/>
              <a:t>How to navigate to settings --- &gt; developer settings</a:t>
            </a:r>
          </a:p>
          <a:p>
            <a:r>
              <a:rPr lang="en-US" dirty="0"/>
              <a:t>How to navigate to settings --- &gt; SSH/ PAT</a:t>
            </a:r>
          </a:p>
          <a:p>
            <a:r>
              <a:rPr lang="en-US" dirty="0"/>
              <a:t>How to navigate to settings of a specific repository</a:t>
            </a:r>
          </a:p>
          <a:p>
            <a:r>
              <a:rPr lang="en-US" dirty="0"/>
              <a:t>How to create a repository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2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Walk through creating a remote repository.  Create a sample code file in the repository using GitHub.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16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C3F2-54DA-F4FD-36B9-290EB81F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2C22B-E01E-F3EC-E09A-F5AA5EE26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4148E-018E-09E3-0BBC-4E4D3C820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CBCBC-A968-D070-3469-AACCEF572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61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FBE46-56EA-29D4-DB59-BB0D7E1B9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3920E-9C5E-69B7-47FA-79348F017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ED94A-893C-C875-BECB-177E46B1B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A0263-A35A-090D-9D53-C8E6178D8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95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5 January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5 January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5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January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5 January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5 January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5 January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5 January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5 January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5 January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5 January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5 January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5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5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5 January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5 January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5 January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5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5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5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5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5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5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5 January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5 January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5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5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5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5 January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pull-requests/collaborating-with-pull-requests/working-with-forks/fork-a-repo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cs typeface="Arial"/>
              </a:rPr>
              <a:t>Git – Working with others</a:t>
            </a:r>
            <a:endParaRPr lang="en-US">
              <a:solidFill>
                <a:schemeClr val="tx2"/>
              </a:solidFill>
              <a:cs typeface="Arial"/>
            </a:endParaRP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AI2C Tech Intro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Jul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Review: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9CC7-3171-00C7-B289-E2931B96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begin…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DAE4F-691B-45B2-2FD7-BDEF16BDA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Let’s take a tour of GitHub…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98C05-E83E-0A86-BBF6-3A75AE6B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January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19E30-CC68-64B5-BEAF-1C5D69EB0A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6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A7070-7E0F-169C-189C-E3A19D2A7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49C8664E-AFED-8DB9-C359-954EF32E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Objectives: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44C7214-3E35-C253-2240-1B0AFE2FD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Push changes to a remote repository from a local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Pull changes from the remote repository to the local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Discuss origins, forks, and </a:t>
            </a:r>
            <a:r>
              <a:rPr lang="en-US" sz="2800" err="1">
                <a:solidFill>
                  <a:schemeClr val="bg2"/>
                </a:solidFill>
                <a:ea typeface="+mn-lt"/>
                <a:cs typeface="+mn-lt"/>
              </a:rPr>
              <a:t>upstreams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FBECF-4982-B538-C03E-680F74620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7360D3-35ED-67FB-E425-8AE242663F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8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F4C69-3C5E-B150-6E7E-EE704BA2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C174CA3-7376-559E-E6EB-B3AFE8AA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Remotes and origins: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AC6DE18-C219-C715-53D8-1A1E061C7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05300"/>
            <a:ext cx="10697102" cy="4466898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Cloning – automatically sets up an “origin” remote URL tracking that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Fetch, pull, push all work on that “origin” repository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Can specify an alternate name or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remote -v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remote show origin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Why might I ever use multiple remotes?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767D1-A0F1-D353-FE32-22A17CE9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22EB7-889F-936A-66A9-E9F301E79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0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70FF2-A59A-752A-A004-2EC9F960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2972D4C5-938C-08F0-1A50-15A6E804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Pushing and pulling: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39A5334-9CA2-E7B4-C115-6A9300684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Meet Git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888BF-F546-54BF-7C54-41F88811A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3B1DB3-D362-E1E1-559A-F139481159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 descr="Meet Git">
            <a:extLst>
              <a:ext uri="{FF2B5EF4-FFF2-40B4-BE49-F238E27FC236}">
                <a16:creationId xmlns:a16="http://schemas.microsoft.com/office/drawing/2014/main" id="{83AF8560-7D81-8B24-9195-6A02B18BB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85900"/>
            <a:ext cx="91440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6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6E787-2EB0-478B-89DF-715B7AA4A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40B42BAB-2966-1705-69B5-84C6CD42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Git Pull:</a:t>
            </a:r>
          </a:p>
        </p:txBody>
      </p:sp>
      <p:pic>
        <p:nvPicPr>
          <p:cNvPr id="4" name="Content Placeholder 3" descr="Pull &amp; Push - the remote repository - DEVGuide">
            <a:extLst>
              <a:ext uri="{FF2B5EF4-FFF2-40B4-BE49-F238E27FC236}">
                <a16:creationId xmlns:a16="http://schemas.microsoft.com/office/drawing/2014/main" id="{EBB3E6DC-5DA6-485A-2E0E-A60B424E5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961" y="864474"/>
            <a:ext cx="7197976" cy="530772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589F3-C935-B842-B6A5-DE432D63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AF0FD-86B7-8671-EC87-75ECA833E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7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8736A-CE40-D268-602E-5C7018D1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6313271-70C1-CDB8-DCA3-46A58B0F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Forking and </a:t>
            </a:r>
            <a:r>
              <a:rPr lang="en-US" dirty="0" err="1">
                <a:solidFill>
                  <a:schemeClr val="bg2"/>
                </a:solidFill>
                <a:cs typeface="Arial"/>
              </a:rPr>
              <a:t>upstreams</a:t>
            </a:r>
            <a:r>
              <a:rPr lang="en-US" dirty="0">
                <a:solidFill>
                  <a:schemeClr val="bg2"/>
                </a:solidFill>
                <a:cs typeface="Arial"/>
              </a:rPr>
              <a:t>: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5DD1406-4632-1AD6-C99B-8EC6C1925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710239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Read this link to the “Prerequisites” section: 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https://docs.github.com/en/pull-requests/collaborating-with-pull-requests/working-with-forks/fork-a-repo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What is a fork?   What uses does it have?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89670-6D84-CE6D-C842-48120110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40D6CA-665E-FB30-52FA-ADAF8A1F60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83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Pull requests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Should really be named a “merge” request.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“Would you please merge my changes into your repository?”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If forked, the original developers need to pull from your repository to do the merge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pic>
        <p:nvPicPr>
          <p:cNvPr id="2" name="Content Placeholder 1" descr="LGTM : r/ProgrammerHumor">
            <a:extLst>
              <a:ext uri="{FF2B5EF4-FFF2-40B4-BE49-F238E27FC236}">
                <a16:creationId xmlns:a16="http://schemas.microsoft.com/office/drawing/2014/main" id="{CAA21F04-3141-A758-239C-01C425CC6B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91457" y="1008994"/>
            <a:ext cx="5661909" cy="51632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January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58F57-D057-5E4D-0C64-48BD653D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B4F9626-8DB8-38BD-A0EF-1D8574BC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Hands-On #1 </a:t>
            </a:r>
            <a:r>
              <a:rPr lang="en-US" dirty="0">
                <a:solidFill>
                  <a:schemeClr val="bg2"/>
                </a:solidFill>
                <a:cs typeface="Arial"/>
              </a:rPr>
              <a:t>: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0CFAD0C-5EE1-5F79-E38C-2C75451C0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710239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Create a remote repository</a:t>
            </a: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Push/pull from the remote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33109-0765-3E74-7233-0C09D380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701A8B-EB85-90A1-F4A4-3A425B9310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83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B984F-E940-B5E6-1C26-1C63BD408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38E844AB-1F65-ECA4-5F4C-33E8EE5D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Questions?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E919F0E-08FC-893A-294E-C0242FD57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8D23D-9527-D99E-A5C1-44D5A46E7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6B209E-2DA0-E93D-104B-454CA508E5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8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2DBD6-032A-C355-E384-BB7280A5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982BDB9-53CC-6E33-BFA1-E77B748C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Hands-On #2 </a:t>
            </a:r>
            <a:r>
              <a:rPr lang="en-US" dirty="0">
                <a:solidFill>
                  <a:schemeClr val="bg2"/>
                </a:solidFill>
                <a:cs typeface="Arial"/>
              </a:rPr>
              <a:t>: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61EE7BA-A217-8AB4-0016-9BA3B9D7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710239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Create a local folder and then initialize it as a git repository</a:t>
            </a:r>
          </a:p>
          <a:p>
            <a:pPr lvl="1"/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Add an arbitrary code file</a:t>
            </a: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Create a remote repository on GitHub</a:t>
            </a: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Push/pull from your local repository to the remote repository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58AD4D-39E6-5CEB-9826-5908B29B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5C461E-6770-3B8B-ED0A-BE3FD6CB97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20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7867D-D65D-BCBB-EF1A-0964356F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F1AB85E-C53D-8459-8B32-445A413C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Questions?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EBE3687-1079-29A1-5F60-78EF01A75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E9B1C-9102-BB1A-C3D2-929D5F5F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1E089D-CD33-B5CC-5511-75444B3AB9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03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2C0A-85D6-ED0F-EB89-C15A78E0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B4C8AFE-5195-E1C1-6D82-8620598B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Hands-On #3 </a:t>
            </a:r>
            <a:r>
              <a:rPr lang="en-US" dirty="0">
                <a:solidFill>
                  <a:schemeClr val="bg2"/>
                </a:solidFill>
                <a:cs typeface="Arial"/>
              </a:rPr>
              <a:t>: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B653C2C-B832-5D9A-DDF8-5786B692D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710239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Create a remote repository and add an arbitrary file</a:t>
            </a: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Fork the repository</a:t>
            </a: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Clone the fork onto your local workspace</a:t>
            </a: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Create and commit arbitrary changes to the local repository</a:t>
            </a:r>
          </a:p>
          <a:p>
            <a:pPr lvl="1"/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Create several changes (commits)</a:t>
            </a: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Push your changes to your fork</a:t>
            </a: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Issue a Pull Request back to the upstream</a:t>
            </a: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B8185D-4BA3-612E-5594-9C577CDD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January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DD1D4-82AB-144D-5CE8-91B2FDA916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20721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Props1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408</Words>
  <Application>Microsoft Office PowerPoint</Application>
  <PresentationFormat>Widescreen</PresentationFormat>
  <Paragraphs>97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Arial Bold</vt:lpstr>
      <vt:lpstr>Wingdings</vt:lpstr>
      <vt:lpstr>US Army 2023 AFC DEVCOM Logo</vt:lpstr>
      <vt:lpstr>Git – Working with others</vt:lpstr>
      <vt:lpstr>Review:</vt:lpstr>
      <vt:lpstr>Before we begin…</vt:lpstr>
      <vt:lpstr>Objectives:</vt:lpstr>
      <vt:lpstr>Remotes and origins:</vt:lpstr>
      <vt:lpstr>Pushing and pulling:</vt:lpstr>
      <vt:lpstr>Git Pull:</vt:lpstr>
      <vt:lpstr>Forking and upstreams:</vt:lpstr>
      <vt:lpstr>Pull requests</vt:lpstr>
      <vt:lpstr>Hands-On #1 :</vt:lpstr>
      <vt:lpstr>Questions?</vt:lpstr>
      <vt:lpstr>Hands-On #2 :</vt:lpstr>
      <vt:lpstr>Questions?</vt:lpstr>
      <vt:lpstr>Hands-On #3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Ryan and Annie Neville</cp:lastModifiedBy>
  <cp:revision>124</cp:revision>
  <dcterms:created xsi:type="dcterms:W3CDTF">2024-10-01T14:45:26Z</dcterms:created>
  <dcterms:modified xsi:type="dcterms:W3CDTF">2026-01-05T15:33:23Z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